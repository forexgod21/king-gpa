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63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hi Nicholson" userId="ece3c99ce8359731" providerId="LiveId" clId="{414627BE-EC9F-47EB-B042-8BB81483D52A}"/>
    <pc:docChg chg="undo custSel addSld delSld modSld">
      <pc:chgData name="Kathi Nicholson" userId="ece3c99ce8359731" providerId="LiveId" clId="{414627BE-EC9F-47EB-B042-8BB81483D52A}" dt="2025-02-10T20:51:21.779" v="52" actId="26606"/>
      <pc:docMkLst>
        <pc:docMk/>
      </pc:docMkLst>
      <pc:sldChg chg="del">
        <pc:chgData name="Kathi Nicholson" userId="ece3c99ce8359731" providerId="LiveId" clId="{414627BE-EC9F-47EB-B042-8BB81483D52A}" dt="2025-02-10T20:50:43.814" v="46" actId="47"/>
        <pc:sldMkLst>
          <pc:docMk/>
          <pc:sldMk cId="542466963" sldId="256"/>
        </pc:sldMkLst>
      </pc:sldChg>
      <pc:sldChg chg="del">
        <pc:chgData name="Kathi Nicholson" userId="ece3c99ce8359731" providerId="LiveId" clId="{414627BE-EC9F-47EB-B042-8BB81483D52A}" dt="2025-02-10T20:50:10.053" v="21" actId="47"/>
        <pc:sldMkLst>
          <pc:docMk/>
          <pc:sldMk cId="3265397807" sldId="264"/>
        </pc:sldMkLst>
      </pc:sldChg>
      <pc:sldChg chg="del">
        <pc:chgData name="Kathi Nicholson" userId="ece3c99ce8359731" providerId="LiveId" clId="{414627BE-EC9F-47EB-B042-8BB81483D52A}" dt="2025-02-10T20:50:13.304" v="23" actId="47"/>
        <pc:sldMkLst>
          <pc:docMk/>
          <pc:sldMk cId="794054316" sldId="265"/>
        </pc:sldMkLst>
      </pc:sldChg>
      <pc:sldChg chg="del">
        <pc:chgData name="Kathi Nicholson" userId="ece3c99ce8359731" providerId="LiveId" clId="{414627BE-EC9F-47EB-B042-8BB81483D52A}" dt="2025-02-10T20:50:05.448" v="19" actId="47"/>
        <pc:sldMkLst>
          <pc:docMk/>
          <pc:sldMk cId="4217118997" sldId="266"/>
        </pc:sldMkLst>
      </pc:sldChg>
      <pc:sldChg chg="del">
        <pc:chgData name="Kathi Nicholson" userId="ece3c99ce8359731" providerId="LiveId" clId="{414627BE-EC9F-47EB-B042-8BB81483D52A}" dt="2025-02-10T20:50:06.966" v="20" actId="47"/>
        <pc:sldMkLst>
          <pc:docMk/>
          <pc:sldMk cId="3241094293" sldId="267"/>
        </pc:sldMkLst>
      </pc:sldChg>
      <pc:sldChg chg="del">
        <pc:chgData name="Kathi Nicholson" userId="ece3c99ce8359731" providerId="LiveId" clId="{414627BE-EC9F-47EB-B042-8BB81483D52A}" dt="2025-02-10T20:50:12.350" v="22" actId="47"/>
        <pc:sldMkLst>
          <pc:docMk/>
          <pc:sldMk cId="3669485283" sldId="268"/>
        </pc:sldMkLst>
      </pc:sldChg>
      <pc:sldChg chg="del">
        <pc:chgData name="Kathi Nicholson" userId="ece3c99ce8359731" providerId="LiveId" clId="{414627BE-EC9F-47EB-B042-8BB81483D52A}" dt="2025-02-10T20:50:04.219" v="18" actId="47"/>
        <pc:sldMkLst>
          <pc:docMk/>
          <pc:sldMk cId="1563806919" sldId="269"/>
        </pc:sldMkLst>
      </pc:sldChg>
      <pc:sldChg chg="del">
        <pc:chgData name="Kathi Nicholson" userId="ece3c99ce8359731" providerId="LiveId" clId="{414627BE-EC9F-47EB-B042-8BB81483D52A}" dt="2025-02-10T20:50:14.253" v="24" actId="47"/>
        <pc:sldMkLst>
          <pc:docMk/>
          <pc:sldMk cId="740391990" sldId="270"/>
        </pc:sldMkLst>
      </pc:sldChg>
      <pc:sldChg chg="del">
        <pc:chgData name="Kathi Nicholson" userId="ece3c99ce8359731" providerId="LiveId" clId="{414627BE-EC9F-47EB-B042-8BB81483D52A}" dt="2025-02-10T20:50:19.440" v="33" actId="47"/>
        <pc:sldMkLst>
          <pc:docMk/>
          <pc:sldMk cId="3613371960" sldId="271"/>
        </pc:sldMkLst>
      </pc:sldChg>
      <pc:sldChg chg="del">
        <pc:chgData name="Kathi Nicholson" userId="ece3c99ce8359731" providerId="LiveId" clId="{414627BE-EC9F-47EB-B042-8BB81483D52A}" dt="2025-02-10T20:50:14.842" v="25" actId="47"/>
        <pc:sldMkLst>
          <pc:docMk/>
          <pc:sldMk cId="2827540711" sldId="272"/>
        </pc:sldMkLst>
      </pc:sldChg>
      <pc:sldChg chg="del">
        <pc:chgData name="Kathi Nicholson" userId="ece3c99ce8359731" providerId="LiveId" clId="{414627BE-EC9F-47EB-B042-8BB81483D52A}" dt="2025-02-10T20:50:15.359" v="26" actId="47"/>
        <pc:sldMkLst>
          <pc:docMk/>
          <pc:sldMk cId="3382509243" sldId="273"/>
        </pc:sldMkLst>
      </pc:sldChg>
      <pc:sldChg chg="del">
        <pc:chgData name="Kathi Nicholson" userId="ece3c99ce8359731" providerId="LiveId" clId="{414627BE-EC9F-47EB-B042-8BB81483D52A}" dt="2025-02-10T20:50:16.573" v="28" actId="47"/>
        <pc:sldMkLst>
          <pc:docMk/>
          <pc:sldMk cId="1465033640" sldId="274"/>
        </pc:sldMkLst>
      </pc:sldChg>
      <pc:sldChg chg="del">
        <pc:chgData name="Kathi Nicholson" userId="ece3c99ce8359731" providerId="LiveId" clId="{414627BE-EC9F-47EB-B042-8BB81483D52A}" dt="2025-02-10T20:50:15.779" v="27" actId="47"/>
        <pc:sldMkLst>
          <pc:docMk/>
          <pc:sldMk cId="3931354403" sldId="275"/>
        </pc:sldMkLst>
      </pc:sldChg>
      <pc:sldChg chg="del">
        <pc:chgData name="Kathi Nicholson" userId="ece3c99ce8359731" providerId="LiveId" clId="{414627BE-EC9F-47EB-B042-8BB81483D52A}" dt="2025-02-10T20:50:17.140" v="29" actId="47"/>
        <pc:sldMkLst>
          <pc:docMk/>
          <pc:sldMk cId="1542989884" sldId="276"/>
        </pc:sldMkLst>
      </pc:sldChg>
      <pc:sldChg chg="del">
        <pc:chgData name="Kathi Nicholson" userId="ece3c99ce8359731" providerId="LiveId" clId="{414627BE-EC9F-47EB-B042-8BB81483D52A}" dt="2025-02-10T20:50:17.700" v="30" actId="47"/>
        <pc:sldMkLst>
          <pc:docMk/>
          <pc:sldMk cId="477790436" sldId="277"/>
        </pc:sldMkLst>
      </pc:sldChg>
      <pc:sldChg chg="del">
        <pc:chgData name="Kathi Nicholson" userId="ece3c99ce8359731" providerId="LiveId" clId="{414627BE-EC9F-47EB-B042-8BB81483D52A}" dt="2025-02-10T20:50:18.230" v="31" actId="47"/>
        <pc:sldMkLst>
          <pc:docMk/>
          <pc:sldMk cId="4221275917" sldId="278"/>
        </pc:sldMkLst>
      </pc:sldChg>
      <pc:sldChg chg="del">
        <pc:chgData name="Kathi Nicholson" userId="ece3c99ce8359731" providerId="LiveId" clId="{414627BE-EC9F-47EB-B042-8BB81483D52A}" dt="2025-02-10T20:50:18.674" v="32" actId="47"/>
        <pc:sldMkLst>
          <pc:docMk/>
          <pc:sldMk cId="3291991143" sldId="279"/>
        </pc:sldMkLst>
      </pc:sldChg>
      <pc:sldChg chg="del">
        <pc:chgData name="Kathi Nicholson" userId="ece3c99ce8359731" providerId="LiveId" clId="{414627BE-EC9F-47EB-B042-8BB81483D52A}" dt="2025-02-10T20:50:20.518" v="35" actId="47"/>
        <pc:sldMkLst>
          <pc:docMk/>
          <pc:sldMk cId="2401059895" sldId="281"/>
        </pc:sldMkLst>
      </pc:sldChg>
      <pc:sldChg chg="del">
        <pc:chgData name="Kathi Nicholson" userId="ece3c99ce8359731" providerId="LiveId" clId="{414627BE-EC9F-47EB-B042-8BB81483D52A}" dt="2025-02-10T20:50:20.015" v="34" actId="47"/>
        <pc:sldMkLst>
          <pc:docMk/>
          <pc:sldMk cId="762197414" sldId="282"/>
        </pc:sldMkLst>
      </pc:sldChg>
      <pc:sldChg chg="del">
        <pc:chgData name="Kathi Nicholson" userId="ece3c99ce8359731" providerId="LiveId" clId="{414627BE-EC9F-47EB-B042-8BB81483D52A}" dt="2025-02-10T20:50:21.171" v="36" actId="47"/>
        <pc:sldMkLst>
          <pc:docMk/>
          <pc:sldMk cId="4062835741" sldId="284"/>
        </pc:sldMkLst>
      </pc:sldChg>
      <pc:sldChg chg="del">
        <pc:chgData name="Kathi Nicholson" userId="ece3c99ce8359731" providerId="LiveId" clId="{414627BE-EC9F-47EB-B042-8BB81483D52A}" dt="2025-02-10T20:50:21.830" v="37" actId="47"/>
        <pc:sldMkLst>
          <pc:docMk/>
          <pc:sldMk cId="2640449581" sldId="285"/>
        </pc:sldMkLst>
      </pc:sldChg>
      <pc:sldChg chg="del">
        <pc:chgData name="Kathi Nicholson" userId="ece3c99ce8359731" providerId="LiveId" clId="{414627BE-EC9F-47EB-B042-8BB81483D52A}" dt="2025-02-10T20:50:22.432" v="38" actId="47"/>
        <pc:sldMkLst>
          <pc:docMk/>
          <pc:sldMk cId="4023793130" sldId="286"/>
        </pc:sldMkLst>
      </pc:sldChg>
      <pc:sldChg chg="del">
        <pc:chgData name="Kathi Nicholson" userId="ece3c99ce8359731" providerId="LiveId" clId="{414627BE-EC9F-47EB-B042-8BB81483D52A}" dt="2025-02-10T20:50:23.010" v="39" actId="47"/>
        <pc:sldMkLst>
          <pc:docMk/>
          <pc:sldMk cId="704325761" sldId="287"/>
        </pc:sldMkLst>
      </pc:sldChg>
      <pc:sldChg chg="del">
        <pc:chgData name="Kathi Nicholson" userId="ece3c99ce8359731" providerId="LiveId" clId="{414627BE-EC9F-47EB-B042-8BB81483D52A}" dt="2025-02-10T20:50:23.560" v="40" actId="47"/>
        <pc:sldMkLst>
          <pc:docMk/>
          <pc:sldMk cId="1726342863" sldId="288"/>
        </pc:sldMkLst>
      </pc:sldChg>
      <pc:sldChg chg="del">
        <pc:chgData name="Kathi Nicholson" userId="ece3c99ce8359731" providerId="LiveId" clId="{414627BE-EC9F-47EB-B042-8BB81483D52A}" dt="2025-02-10T20:50:24.430" v="41" actId="47"/>
        <pc:sldMkLst>
          <pc:docMk/>
          <pc:sldMk cId="4284182730" sldId="289"/>
        </pc:sldMkLst>
      </pc:sldChg>
      <pc:sldChg chg="del">
        <pc:chgData name="Kathi Nicholson" userId="ece3c99ce8359731" providerId="LiveId" clId="{414627BE-EC9F-47EB-B042-8BB81483D52A}" dt="2025-02-10T20:50:24.781" v="42" actId="47"/>
        <pc:sldMkLst>
          <pc:docMk/>
          <pc:sldMk cId="1063166427" sldId="290"/>
        </pc:sldMkLst>
      </pc:sldChg>
      <pc:sldChg chg="del">
        <pc:chgData name="Kathi Nicholson" userId="ece3c99ce8359731" providerId="LiveId" clId="{414627BE-EC9F-47EB-B042-8BB81483D52A}" dt="2025-02-10T20:50:25.433" v="43" actId="47"/>
        <pc:sldMkLst>
          <pc:docMk/>
          <pc:sldMk cId="1877509908" sldId="291"/>
        </pc:sldMkLst>
      </pc:sldChg>
      <pc:sldChg chg="del">
        <pc:chgData name="Kathi Nicholson" userId="ece3c99ce8359731" providerId="LiveId" clId="{414627BE-EC9F-47EB-B042-8BB81483D52A}" dt="2025-02-10T20:50:25.959" v="44" actId="47"/>
        <pc:sldMkLst>
          <pc:docMk/>
          <pc:sldMk cId="1462649566" sldId="292"/>
        </pc:sldMkLst>
      </pc:sldChg>
      <pc:sldChg chg="del">
        <pc:chgData name="Kathi Nicholson" userId="ece3c99ce8359731" providerId="LiveId" clId="{414627BE-EC9F-47EB-B042-8BB81483D52A}" dt="2025-02-10T20:50:26.539" v="45" actId="47"/>
        <pc:sldMkLst>
          <pc:docMk/>
          <pc:sldMk cId="4222472386" sldId="293"/>
        </pc:sldMkLst>
      </pc:sldChg>
      <pc:sldChg chg="addSp delSp modSp new mod setBg">
        <pc:chgData name="Kathi Nicholson" userId="ece3c99ce8359731" providerId="LiveId" clId="{414627BE-EC9F-47EB-B042-8BB81483D52A}" dt="2025-02-10T20:51:21.779" v="52" actId="26606"/>
        <pc:sldMkLst>
          <pc:docMk/>
          <pc:sldMk cId="998074664" sldId="294"/>
        </pc:sldMkLst>
        <pc:spChg chg="mod">
          <ac:chgData name="Kathi Nicholson" userId="ece3c99ce8359731" providerId="LiveId" clId="{414627BE-EC9F-47EB-B042-8BB81483D52A}" dt="2025-02-10T20:51:21.779" v="52" actId="26606"/>
          <ac:spMkLst>
            <pc:docMk/>
            <pc:sldMk cId="998074664" sldId="294"/>
            <ac:spMk id="2" creationId="{0D3B18CD-89B7-BAE2-A205-E8343E2D13B9}"/>
          </ac:spMkLst>
        </pc:spChg>
        <pc:spChg chg="mod">
          <ac:chgData name="Kathi Nicholson" userId="ece3c99ce8359731" providerId="LiveId" clId="{414627BE-EC9F-47EB-B042-8BB81483D52A}" dt="2025-02-10T20:51:21.779" v="52" actId="26606"/>
          <ac:spMkLst>
            <pc:docMk/>
            <pc:sldMk cId="998074664" sldId="294"/>
            <ac:spMk id="3" creationId="{07072A6D-6511-45A2-68FD-F63349DBC3DA}"/>
          </ac:spMkLst>
        </pc:spChg>
        <pc:spChg chg="add del">
          <ac:chgData name="Kathi Nicholson" userId="ece3c99ce8359731" providerId="LiveId" clId="{414627BE-EC9F-47EB-B042-8BB81483D52A}" dt="2025-02-10T20:51:21.769" v="51" actId="26606"/>
          <ac:spMkLst>
            <pc:docMk/>
            <pc:sldMk cId="998074664" sldId="294"/>
            <ac:spMk id="9" creationId="{45D37F4E-DDB4-456B-97E0-9937730A039F}"/>
          </ac:spMkLst>
        </pc:spChg>
        <pc:spChg chg="add del">
          <ac:chgData name="Kathi Nicholson" userId="ece3c99ce8359731" providerId="LiveId" clId="{414627BE-EC9F-47EB-B042-8BB81483D52A}" dt="2025-02-10T20:51:21.769" v="51" actId="26606"/>
          <ac:spMkLst>
            <pc:docMk/>
            <pc:sldMk cId="998074664" sldId="294"/>
            <ac:spMk id="11" creationId="{B2DD41CD-8F47-4F56-AD12-4E2FF7696987}"/>
          </ac:spMkLst>
        </pc:spChg>
        <pc:spChg chg="add">
          <ac:chgData name="Kathi Nicholson" userId="ece3c99ce8359731" providerId="LiveId" clId="{414627BE-EC9F-47EB-B042-8BB81483D52A}" dt="2025-02-10T20:51:21.779" v="52" actId="26606"/>
          <ac:spMkLst>
            <pc:docMk/>
            <pc:sldMk cId="998074664" sldId="294"/>
            <ac:spMk id="13" creationId="{E659831F-0D9A-4C63-9EBB-8435B85A440F}"/>
          </ac:spMkLst>
        </pc:spChg>
        <pc:spChg chg="add">
          <ac:chgData name="Kathi Nicholson" userId="ece3c99ce8359731" providerId="LiveId" clId="{414627BE-EC9F-47EB-B042-8BB81483D52A}" dt="2025-02-10T20:51:21.779" v="52" actId="26606"/>
          <ac:spMkLst>
            <pc:docMk/>
            <pc:sldMk cId="998074664" sldId="294"/>
            <ac:spMk id="14" creationId="{058A14AF-9FB5-4CC7-BA35-E8E85D3EDF0E}"/>
          </ac:spMkLst>
        </pc:spChg>
        <pc:spChg chg="add">
          <ac:chgData name="Kathi Nicholson" userId="ece3c99ce8359731" providerId="LiveId" clId="{414627BE-EC9F-47EB-B042-8BB81483D52A}" dt="2025-02-10T20:51:21.779" v="52" actId="26606"/>
          <ac:spMkLst>
            <pc:docMk/>
            <pc:sldMk cId="998074664" sldId="294"/>
            <ac:spMk id="15" creationId="{E6995CE5-F890-4ABA-82A2-26507CE8D2A3}"/>
          </ac:spMkLst>
        </pc:spChg>
        <pc:spChg chg="add">
          <ac:chgData name="Kathi Nicholson" userId="ece3c99ce8359731" providerId="LiveId" clId="{414627BE-EC9F-47EB-B042-8BB81483D52A}" dt="2025-02-10T20:51:21.779" v="52" actId="26606"/>
          <ac:spMkLst>
            <pc:docMk/>
            <pc:sldMk cId="998074664" sldId="294"/>
            <ac:spMk id="16" creationId="{3A9A4357-BD1D-4622-A4FE-766E6AB8DE84}"/>
          </ac:spMkLst>
        </pc:spChg>
        <pc:picChg chg="add mod">
          <ac:chgData name="Kathi Nicholson" userId="ece3c99ce8359731" providerId="LiveId" clId="{414627BE-EC9F-47EB-B042-8BB81483D52A}" dt="2025-02-10T20:51:21.779" v="52" actId="26606"/>
          <ac:picMkLst>
            <pc:docMk/>
            <pc:sldMk cId="998074664" sldId="294"/>
            <ac:picMk id="4" creationId="{1C06D740-4FFF-40E4-A9D3-F2038B3A757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37FB-5311-0276-2BAF-89D58D434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8F893-E715-846D-116A-BD84A7CE1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301FE-A53B-FED3-9B97-9C5A1E3B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062F-3E2F-4AF7-AE77-B733311B67B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C90C3-7F34-1476-7CEA-7D7FF7C3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56133-5B2C-F0BD-6ABE-DF8C3A24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45CD-70A7-420E-90D6-D2E5D77DE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1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4D4B-E13A-91FD-F286-D7AD53DD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A9E4D-2E9D-780F-6712-736AFF6AA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12534-D122-887F-BF90-8B5FD0CA3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062F-3E2F-4AF7-AE77-B733311B67B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587FC-D174-4051-14FC-909DC7D5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0C21D-9B3B-3AC9-5FD2-3D4F9A8D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45CD-70A7-420E-90D6-D2E5D77DE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9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319D-DF9F-03BE-C2F4-904A22AF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A9D29-5F2B-8BF2-0D0C-377822B97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C5601-3FE9-EEC4-CBE4-7087B224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062F-3E2F-4AF7-AE77-B733311B67B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9FF2B-1763-F279-1D80-FB0457A6F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6FA8B-0C3F-D13C-6FE1-0090EBAE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45CD-70A7-420E-90D6-D2E5D77DE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26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EEFC0-D78B-FD99-9C2D-F44ADD3E9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24E9-F883-2729-D5BD-DD12859E5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40BCB-3828-30BC-9D2B-E0BFE523E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E92C5-ED81-7B3B-1FB7-EB69B96A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062F-3E2F-4AF7-AE77-B733311B67B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41117-DD61-18A4-C366-17454DB9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D33CA-B84F-AB40-4582-8A756137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45CD-70A7-420E-90D6-D2E5D77DE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23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12DF5-E5B9-09B5-B95A-7EB9067C6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6CB38-8411-35EA-94F0-51CCD3F0B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A776F-4ACC-ED31-A975-126A27EC3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FAE186-5383-C5C1-6218-6D051980B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EB594-DD76-10E3-BB80-223E52A3E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5F9FFD-1C05-3A34-FA3F-41C06DAB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062F-3E2F-4AF7-AE77-B733311B67B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8CDE0-2206-0D13-9B70-4326A622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DCD0E-BF05-AE9E-96CB-156BB5E69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45CD-70A7-420E-90D6-D2E5D77DE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30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A1E8-F480-6B1B-AA5E-5C4DF659F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38BB8-9DDD-EF67-7514-CECDBDF49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062F-3E2F-4AF7-AE77-B733311B67B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A57B1-C7EB-889F-1D53-1472C6B8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3F152-0665-87F4-CD88-F607624E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45CD-70A7-420E-90D6-D2E5D77DE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3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522D1B-03E4-0317-6F02-AABCB943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062F-3E2F-4AF7-AE77-B733311B67B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70A8DA-F2F8-B98B-3340-BB9D57EF1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547EC-3B86-9E61-F685-A620CDFE8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45CD-70A7-420E-90D6-D2E5D77DE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09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26F30-60CD-D305-647F-93E938C7B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9901F-D00C-D7AF-E6AA-437B897CE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0ABEE-179A-5F14-BAEA-FAF103DA5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3FE20-DA0F-F4A1-BF32-83900411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062F-3E2F-4AF7-AE77-B733311B67B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1B55A-0028-E160-1B60-FCD25D83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9C206-1BBA-3D6E-1FF0-36D6FB2B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45CD-70A7-420E-90D6-D2E5D77DE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1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AE03E-66F8-476B-BDF6-A948CE55E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526133-C83F-F177-0700-90EC94A1A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B46E4-6442-DD7C-0BED-51A95927B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57F3E-113B-3AB1-4E9D-726FCD89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062F-3E2F-4AF7-AE77-B733311B67B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BCE92-61EE-8C97-4612-6A1CA1137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CC5FD-BEA7-E985-2B44-22F63C95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45CD-70A7-420E-90D6-D2E5D77DE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0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5FB2-0E48-CEE7-F174-87F61CA0B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E7737-7D41-D1DF-CE3A-8A7C3E7AB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B0502-194C-F4F4-6B8D-9893E9745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062F-3E2F-4AF7-AE77-B733311B67B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9057-1F44-55D2-A221-912D2620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7ADC0-91AB-3241-568D-1E983FBD7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45CD-70A7-420E-90D6-D2E5D77DE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3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4DC50-2418-2CD9-C535-34C242674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D9556-FB7B-7ACC-649C-40142F667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7A310-870E-BEFB-3819-8E1D45D5C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062F-3E2F-4AF7-AE77-B733311B67B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B8F45-96E4-E07C-433E-92F08E8A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0ED49-D4BE-2DB4-BD31-9D0D88F4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45CD-70A7-420E-90D6-D2E5D77DE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5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D0B72D-193C-09B5-4487-DCCA2C347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53CE6-0EA2-8B3A-ACE0-539A28083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36814-5B92-74E3-5EA6-35267FEF9A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D062F-3E2F-4AF7-AE77-B733311B67B5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EBFA4-3E63-35DD-9560-1DC1A500B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C6C31-345E-543D-3ABA-EB1CECCC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145CD-70A7-420E-90D6-D2E5D77DE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57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dorganizer.blogspot.com/2009/11/forget-address-book-use-address-box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B18CD-89B7-BAE2-A205-E8343E2D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Example Scenario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72A6D-6511-45A2-68FD-F63349DBC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0"/>
              <a:t>A vet’s office is currently collecting new client information on simple paper cards they hand to each new client.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0"/>
              <a:t>The client fills in the information requested, and these cards are stored and referenced alphabetically by client last name.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0"/>
              <a:t>This card box represents a data store but not a true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0"/>
              <a:t>Consider some of the issues with this system of recordkeeping.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b="0"/>
              <a:t>Why is a relational database better?</a:t>
            </a:r>
          </a:p>
          <a:p>
            <a:endParaRPr lang="en-US" sz="1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06D740-4FFF-40E4-A9D3-F2038B3A7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186829" y="2484255"/>
            <a:ext cx="4599682" cy="37142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74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8E030A-7904-89FA-A6A4-23A467C8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28" y="1147158"/>
            <a:ext cx="6038470" cy="47133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Conceptual ERD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4E3A19-C2D1-494A-9505-4DE9059F2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0590" y="1687486"/>
            <a:ext cx="3300156" cy="36368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Choosing entities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Identifying relationships</a:t>
            </a:r>
          </a:p>
        </p:txBody>
      </p:sp>
    </p:spTree>
    <p:extLst>
      <p:ext uri="{BB962C8B-B14F-4D97-AF65-F5344CB8AC3E}">
        <p14:creationId xmlns:p14="http://schemas.microsoft.com/office/powerpoint/2010/main" val="835063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9572A-2A96-66E1-E3D3-43EA9672F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38368" cy="1325563"/>
          </a:xfrm>
        </p:spPr>
        <p:txBody>
          <a:bodyPr/>
          <a:lstStyle/>
          <a:p>
            <a:r>
              <a:rPr lang="en-US" dirty="0"/>
              <a:t>Conceptual ERD</a:t>
            </a:r>
            <a:br>
              <a:rPr lang="en-US" dirty="0"/>
            </a:br>
            <a:r>
              <a:rPr lang="en-US" sz="3600" dirty="0"/>
              <a:t>Entities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B30557-E108-36DE-378F-76DF2892C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880" y="2036148"/>
            <a:ext cx="4204081" cy="241893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3F2AA7-B47C-A0D7-6CCA-7B6F14D20FD4}"/>
              </a:ext>
            </a:extLst>
          </p:cNvPr>
          <p:cNvSpPr txBox="1"/>
          <p:nvPr/>
        </p:nvSpPr>
        <p:spPr>
          <a:xfrm>
            <a:off x="6371304" y="398026"/>
            <a:ext cx="535956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Looking at the data set we can see we need to create tables to store all data. This data 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client first and last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client phone number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client address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pet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pet breed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upcoming visit date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upcoming visit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determine the entities needed, we identify categories of data that will account for all of the above data and create an entity for each: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Clients</a:t>
            </a:r>
            <a:r>
              <a:rPr lang="en-US" dirty="0"/>
              <a:t>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This accounts for the client’s first and last name, phone number, and address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Pets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This accounts for the pet name and pet breed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Visits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This accounts for the upcoming visit date and time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B9C183-8ACD-0D90-A35A-72951DAFB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421" y="5039824"/>
            <a:ext cx="3133933" cy="145305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2C3DCA-0A97-95BE-464D-4CFDF4A63A26}"/>
              </a:ext>
            </a:extLst>
          </p:cNvPr>
          <p:cNvCxnSpPr/>
          <p:nvPr/>
        </p:nvCxnSpPr>
        <p:spPr>
          <a:xfrm flipH="1">
            <a:off x="4925961" y="599768"/>
            <a:ext cx="1789471" cy="1436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D4DA8C6-9B17-9216-FD8F-7A362397CD53}"/>
              </a:ext>
            </a:extLst>
          </p:cNvPr>
          <p:cNvCxnSpPr/>
          <p:nvPr/>
        </p:nvCxnSpPr>
        <p:spPr>
          <a:xfrm flipH="1">
            <a:off x="4621161" y="3097161"/>
            <a:ext cx="2113936" cy="2182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71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EC46A-4913-80F2-1E6E-F911C449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Conceptual ERD</a:t>
            </a:r>
            <a:br>
              <a:rPr lang="en-US" sz="4000">
                <a:solidFill>
                  <a:srgbClr val="FFFFFF"/>
                </a:solidFill>
              </a:rPr>
            </a:br>
            <a:r>
              <a:rPr lang="en-US" sz="4000">
                <a:solidFill>
                  <a:srgbClr val="FFFFFF"/>
                </a:solidFill>
              </a:rPr>
              <a:t>Entity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39A3F-E177-9FC1-C163-B39B28270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Now that we have our entities to account for all data, we need to relate the entities to each other. </a:t>
            </a:r>
          </a:p>
          <a:p>
            <a:pPr lvl="1"/>
            <a:r>
              <a:rPr lang="en-US" sz="2000"/>
              <a:t>Relationships can be one-to-one, one-to-many, or many-to-many.</a:t>
            </a:r>
          </a:p>
          <a:p>
            <a:r>
              <a:rPr lang="en-US" sz="2000"/>
              <a:t>Decide which entities are related to each and then determine the cardinality.</a:t>
            </a:r>
          </a:p>
          <a:p>
            <a:pPr lvl="1"/>
            <a:r>
              <a:rPr lang="en-US" sz="2000"/>
              <a:t>Thinking about the data logically, we know:</a:t>
            </a:r>
          </a:p>
          <a:p>
            <a:pPr lvl="2"/>
            <a:r>
              <a:rPr lang="en-US" dirty="0"/>
              <a:t>Each client must have a pet, (otherwise they would not be a client of a vet clinic), so we know Clients and Pets are related.</a:t>
            </a:r>
          </a:p>
          <a:p>
            <a:pPr lvl="2"/>
            <a:r>
              <a:rPr lang="en-US" dirty="0"/>
              <a:t>Each Client must attend a visit, (pets cannot take themselves to the clinic), so we know Clients and Visits are related.</a:t>
            </a:r>
          </a:p>
          <a:p>
            <a:pPr lvl="2"/>
            <a:r>
              <a:rPr lang="en-US" dirty="0"/>
              <a:t>Each Pet must attend a visit, (without a pet, there is no reason for a visit to the clinic), so we know Pets and Visits are related. </a:t>
            </a:r>
          </a:p>
        </p:txBody>
      </p:sp>
    </p:spTree>
    <p:extLst>
      <p:ext uri="{BB962C8B-B14F-4D97-AF65-F5344CB8AC3E}">
        <p14:creationId xmlns:p14="http://schemas.microsoft.com/office/powerpoint/2010/main" val="280446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0613AF-84C0-342E-90ED-95474F12F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Conceptual ERD</a:t>
            </a:r>
            <a:br>
              <a:rPr lang="en-US" sz="4000">
                <a:solidFill>
                  <a:srgbClr val="FFFFFF"/>
                </a:solidFill>
              </a:rPr>
            </a:br>
            <a:r>
              <a:rPr lang="en-US" sz="4000">
                <a:solidFill>
                  <a:srgbClr val="FFFFFF"/>
                </a:solidFill>
              </a:rPr>
              <a:t>Entity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D58B9-C410-80E7-2F78-275DE6EBC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300" dirty="0"/>
              <a:t>Now that we have determined which entities have a relationship, we assign cardinality.</a:t>
            </a:r>
          </a:p>
          <a:p>
            <a:pPr lvl="1"/>
            <a:r>
              <a:rPr lang="en-US" sz="1300" dirty="0"/>
              <a:t>Clients to Visits</a:t>
            </a:r>
          </a:p>
          <a:p>
            <a:pPr lvl="2"/>
            <a:r>
              <a:rPr lang="en-US" sz="1300" dirty="0"/>
              <a:t>Clients can attend multiple visits</a:t>
            </a:r>
          </a:p>
          <a:p>
            <a:pPr lvl="3"/>
            <a:r>
              <a:rPr lang="en-US" sz="1300" dirty="0"/>
              <a:t>1 client &gt; many visits</a:t>
            </a:r>
          </a:p>
          <a:p>
            <a:pPr lvl="2"/>
            <a:r>
              <a:rPr lang="en-US" sz="1300" dirty="0"/>
              <a:t>Each visit is for one client only (remember the client is the human)</a:t>
            </a:r>
          </a:p>
          <a:p>
            <a:pPr lvl="3"/>
            <a:r>
              <a:rPr lang="en-US" sz="1300" dirty="0"/>
              <a:t>1 visit &gt; 1 client</a:t>
            </a:r>
          </a:p>
          <a:p>
            <a:pPr lvl="2"/>
            <a:r>
              <a:rPr lang="en-US" sz="1300" dirty="0"/>
              <a:t>This tells us there is a one-to-many relationship from clients to visits</a:t>
            </a:r>
          </a:p>
          <a:p>
            <a:pPr lvl="3"/>
            <a:r>
              <a:rPr lang="en-US" sz="1300" dirty="0"/>
              <a:t>One client to many visits</a:t>
            </a:r>
          </a:p>
          <a:p>
            <a:pPr lvl="1"/>
            <a:r>
              <a:rPr lang="en-US" sz="1300" dirty="0"/>
              <a:t>Clients to Pets</a:t>
            </a:r>
          </a:p>
          <a:p>
            <a:pPr lvl="2"/>
            <a:r>
              <a:rPr lang="en-US" sz="1300" dirty="0"/>
              <a:t>Clients can have multiple pets</a:t>
            </a:r>
          </a:p>
          <a:p>
            <a:pPr lvl="3"/>
            <a:r>
              <a:rPr lang="en-US" sz="1300" dirty="0"/>
              <a:t>1 client &gt; many pets</a:t>
            </a:r>
          </a:p>
          <a:p>
            <a:pPr lvl="2"/>
            <a:r>
              <a:rPr lang="en-US" sz="1300" dirty="0"/>
              <a:t>Each pet has one client</a:t>
            </a:r>
          </a:p>
          <a:p>
            <a:pPr lvl="3"/>
            <a:r>
              <a:rPr lang="en-US" sz="1300" dirty="0"/>
              <a:t>1 pet &gt; 1 client</a:t>
            </a:r>
          </a:p>
          <a:p>
            <a:pPr lvl="2"/>
            <a:r>
              <a:rPr lang="en-US" sz="1300" dirty="0"/>
              <a:t>This tells us there is a one-to-many relationship from clients to pets</a:t>
            </a:r>
          </a:p>
          <a:p>
            <a:pPr lvl="3"/>
            <a:r>
              <a:rPr lang="en-US" sz="1300" dirty="0"/>
              <a:t>One client to many pets</a:t>
            </a:r>
          </a:p>
          <a:p>
            <a:pPr lvl="1"/>
            <a:r>
              <a:rPr lang="en-US" sz="1300" dirty="0"/>
              <a:t>Pets to Visits</a:t>
            </a:r>
          </a:p>
          <a:p>
            <a:pPr lvl="2"/>
            <a:r>
              <a:rPr lang="en-US" sz="1300" dirty="0"/>
              <a:t>Pets can have many visits</a:t>
            </a:r>
          </a:p>
          <a:p>
            <a:pPr lvl="3"/>
            <a:r>
              <a:rPr lang="en-US" sz="1300" dirty="0"/>
              <a:t>1 pet &gt; many visits</a:t>
            </a:r>
          </a:p>
          <a:p>
            <a:pPr lvl="2"/>
            <a:r>
              <a:rPr lang="en-US" sz="1300" dirty="0"/>
              <a:t>Visits can include many pets</a:t>
            </a:r>
          </a:p>
          <a:p>
            <a:pPr lvl="3"/>
            <a:r>
              <a:rPr lang="en-US" sz="1300" dirty="0"/>
              <a:t>1 visit &gt; many pets</a:t>
            </a:r>
          </a:p>
          <a:p>
            <a:pPr lvl="2"/>
            <a:r>
              <a:rPr lang="en-US" sz="1300" dirty="0"/>
              <a:t>This tells us there is a many-to-many relationship from pets to visits</a:t>
            </a:r>
          </a:p>
          <a:p>
            <a:pPr lvl="3"/>
            <a:r>
              <a:rPr lang="en-US" sz="1300" dirty="0"/>
              <a:t>Many pets to many visits</a:t>
            </a:r>
          </a:p>
        </p:txBody>
      </p:sp>
    </p:spTree>
    <p:extLst>
      <p:ext uri="{BB962C8B-B14F-4D97-AF65-F5344CB8AC3E}">
        <p14:creationId xmlns:p14="http://schemas.microsoft.com/office/powerpoint/2010/main" val="405575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D5EE8-BB64-F13B-FC6D-5523D6CE9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Conceptual ERD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C2CE9-BD77-6ABE-6A47-BA0643434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we model these relationships in Visio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72D1C-0D2D-8606-C569-286D6B3B3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946" y="2750342"/>
            <a:ext cx="6680107" cy="3147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68A88F-D55B-2D11-C46A-71F4A200B4CB}"/>
              </a:ext>
            </a:extLst>
          </p:cNvPr>
          <p:cNvSpPr txBox="1"/>
          <p:nvPr/>
        </p:nvSpPr>
        <p:spPr>
          <a:xfrm>
            <a:off x="8398128" y="3381817"/>
            <a:ext cx="2751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One client to many visits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D0DFE-990D-5333-6CB0-B39B7E99103D}"/>
              </a:ext>
            </a:extLst>
          </p:cNvPr>
          <p:cNvSpPr txBox="1"/>
          <p:nvPr/>
        </p:nvSpPr>
        <p:spPr>
          <a:xfrm>
            <a:off x="1042220" y="5191432"/>
            <a:ext cx="2654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One client to many Pets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513532-4305-C47E-0525-3CAACABBBE2D}"/>
              </a:ext>
            </a:extLst>
          </p:cNvPr>
          <p:cNvSpPr txBox="1"/>
          <p:nvPr/>
        </p:nvSpPr>
        <p:spPr>
          <a:xfrm>
            <a:off x="9114504" y="5376098"/>
            <a:ext cx="2743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Many pets to many visits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E0A3C5-D1BF-598C-BA88-3B5213324A42}"/>
              </a:ext>
            </a:extLst>
          </p:cNvPr>
          <p:cNvCxnSpPr>
            <a:stCxn id="6" idx="1"/>
          </p:cNvCxnSpPr>
          <p:nvPr/>
        </p:nvCxnSpPr>
        <p:spPr>
          <a:xfrm flipH="1">
            <a:off x="7128387" y="3566483"/>
            <a:ext cx="1269741" cy="31207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51FDB7-FC73-0107-4E67-D0DA6A4E1CEF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8278761" y="5376098"/>
            <a:ext cx="835743" cy="18466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AABE48-7B79-8E7E-8086-0152C844DB2B}"/>
              </a:ext>
            </a:extLst>
          </p:cNvPr>
          <p:cNvCxnSpPr>
            <a:stCxn id="7" idx="3"/>
          </p:cNvCxnSpPr>
          <p:nvPr/>
        </p:nvCxnSpPr>
        <p:spPr>
          <a:xfrm flipV="1">
            <a:off x="3696536" y="4795999"/>
            <a:ext cx="2291112" cy="58009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19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511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Example Scenario</vt:lpstr>
      <vt:lpstr>Conceptual ERD</vt:lpstr>
      <vt:lpstr>Conceptual ERD Entities</vt:lpstr>
      <vt:lpstr>Conceptual ERD Entity Relationships</vt:lpstr>
      <vt:lpstr>Conceptual ERD Entity Relationships</vt:lpstr>
      <vt:lpstr>Conceptual ERD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Kathi Nicholson</dc:creator>
  <cp:lastModifiedBy>Kathi Nicholson</cp:lastModifiedBy>
  <cp:revision>1</cp:revision>
  <dcterms:created xsi:type="dcterms:W3CDTF">2025-01-23T17:38:14Z</dcterms:created>
  <dcterms:modified xsi:type="dcterms:W3CDTF">2025-02-10T20:51:27Z</dcterms:modified>
</cp:coreProperties>
</file>