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Gill Sans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GB4Y3DcKdJOofVVbnyOCckpOB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idx="1" type="body"/>
          </p:nvPr>
        </p:nvSpPr>
        <p:spPr>
          <a:xfrm>
            <a:off x="221673" y="1235630"/>
            <a:ext cx="1160489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>
                <a:solidFill>
                  <a:schemeClr val="dk1"/>
                </a:solidFill>
              </a:defRPr>
            </a:lvl1pPr>
            <a:lvl2pPr indent="-3238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4325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35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7"/>
          <p:cNvCxnSpPr/>
          <p:nvPr/>
        </p:nvCxnSpPr>
        <p:spPr>
          <a:xfrm>
            <a:off x="171452" y="6641431"/>
            <a:ext cx="10399329" cy="0"/>
          </a:xfrm>
          <a:prstGeom prst="straightConnector1">
            <a:avLst/>
          </a:prstGeom>
          <a:noFill/>
          <a:ln cap="flat" cmpd="sng" w="9525">
            <a:solidFill>
              <a:srgbClr val="C28E0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6232" y="6530794"/>
            <a:ext cx="1279381" cy="15709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/>
          <p:nvPr/>
        </p:nvSpPr>
        <p:spPr>
          <a:xfrm>
            <a:off x="196111" y="743918"/>
            <a:ext cx="1033405" cy="88099"/>
          </a:xfrm>
          <a:prstGeom prst="rect">
            <a:avLst/>
          </a:prstGeom>
          <a:solidFill>
            <a:srgbClr val="C28E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7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Layout" showMasterSp="0">
  <p:cSld name="Title Slide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406133" y="2712722"/>
            <a:ext cx="2692667" cy="193039"/>
          </a:xfrm>
          <a:prstGeom prst="rect">
            <a:avLst/>
          </a:prstGeom>
          <a:solidFill>
            <a:srgbClr val="C28E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8"/>
          <p:cNvSpPr txBox="1"/>
          <p:nvPr>
            <p:ph type="title"/>
          </p:nvPr>
        </p:nvSpPr>
        <p:spPr>
          <a:xfrm>
            <a:off x="395069" y="3043681"/>
            <a:ext cx="9053732" cy="52013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mpact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98829" y="3634641"/>
            <a:ext cx="4032251" cy="51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>
                <a:solidFill>
                  <a:srgbClr val="3D5567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3544" y="6041294"/>
            <a:ext cx="3655465" cy="44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8"/>
          <p:cNvPicPr preferRelativeResize="0"/>
          <p:nvPr/>
        </p:nvPicPr>
        <p:blipFill rotWithShape="1">
          <a:blip r:embed="rId3">
            <a:alphaModFix amt="10000"/>
          </a:blip>
          <a:srcRect b="-373" l="-5357" r="44892" t="373"/>
          <a:stretch/>
        </p:blipFill>
        <p:spPr>
          <a:xfrm>
            <a:off x="7085027" y="249646"/>
            <a:ext cx="5106972" cy="630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445141" y="1892775"/>
            <a:ext cx="5041259" cy="311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40" name="Google Shape;40;p10"/>
          <p:cNvCxnSpPr/>
          <p:nvPr/>
        </p:nvCxnSpPr>
        <p:spPr>
          <a:xfrm>
            <a:off x="171452" y="6641431"/>
            <a:ext cx="10399329" cy="0"/>
          </a:xfrm>
          <a:prstGeom prst="straightConnector1">
            <a:avLst/>
          </a:prstGeom>
          <a:noFill/>
          <a:ln cap="flat" cmpd="sng" w="9525">
            <a:solidFill>
              <a:srgbClr val="C28E0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2125" y="2321170"/>
            <a:ext cx="6787907" cy="331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800"/>
              <a:buChar char="•"/>
              <a:defRPr/>
            </a:lvl1pPr>
            <a:lvl2pPr indent="-314325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7772401" y="1465385"/>
            <a:ext cx="4162425" cy="4419478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5" name="Google Shape;4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56232" y="6530794"/>
            <a:ext cx="1279381" cy="15709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196111" y="743918"/>
            <a:ext cx="1033405" cy="88099"/>
          </a:xfrm>
          <a:prstGeom prst="rect">
            <a:avLst/>
          </a:prstGeom>
          <a:solidFill>
            <a:srgbClr val="C28E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880160" y="1510533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>
                <a:solidFill>
                  <a:schemeClr val="dk1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6214160" y="1510533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>
                <a:solidFill>
                  <a:schemeClr val="dk1"/>
                </a:solidFill>
              </a:defRPr>
            </a:lvl1pPr>
            <a:lvl2pPr indent="-314325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1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Only Layout">
  <p:cSld name="Bullets Only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375138" y="1125416"/>
            <a:ext cx="11440017" cy="67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375138" y="1910864"/>
            <a:ext cx="11440017" cy="66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2"/>
          <p:cNvSpPr txBox="1"/>
          <p:nvPr>
            <p:ph idx="3" type="body"/>
          </p:nvPr>
        </p:nvSpPr>
        <p:spPr>
          <a:xfrm>
            <a:off x="375138" y="2684589"/>
            <a:ext cx="11440017" cy="633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12"/>
          <p:cNvSpPr txBox="1"/>
          <p:nvPr>
            <p:ph idx="4" type="body"/>
          </p:nvPr>
        </p:nvSpPr>
        <p:spPr>
          <a:xfrm>
            <a:off x="375138" y="3423143"/>
            <a:ext cx="11440017" cy="72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9" name="Google Shape;59;p12"/>
          <p:cNvSpPr txBox="1"/>
          <p:nvPr>
            <p:ph idx="5" type="body"/>
          </p:nvPr>
        </p:nvSpPr>
        <p:spPr>
          <a:xfrm>
            <a:off x="375138" y="4255483"/>
            <a:ext cx="11440017" cy="72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idx="6" type="body"/>
          </p:nvPr>
        </p:nvSpPr>
        <p:spPr>
          <a:xfrm>
            <a:off x="375138" y="5087820"/>
            <a:ext cx="11440017" cy="726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None/>
              <a:defRPr b="1" sz="1350">
                <a:solidFill>
                  <a:srgbClr val="3D5567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>
            <p:ph idx="2" type="pic"/>
          </p:nvPr>
        </p:nvSpPr>
        <p:spPr>
          <a:xfrm>
            <a:off x="5438112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7" name="Google Shape;67;p13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graphics Layout">
  <p:cSld name="Infographics Layou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4"/>
          <p:cNvSpPr/>
          <p:nvPr>
            <p:ph idx="2" type="chart"/>
          </p:nvPr>
        </p:nvSpPr>
        <p:spPr>
          <a:xfrm>
            <a:off x="229436" y="1355525"/>
            <a:ext cx="11607888" cy="47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1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Slide">
  <p:cSld name="Tab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5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lurb Divider" showMasterSp="0">
  <p:cSld name="Text Blurb Divider">
    <p:bg>
      <p:bgPr>
        <a:solidFill>
          <a:srgbClr val="C28E0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152400" y="1383325"/>
            <a:ext cx="11887200" cy="52753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mpact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52401" y="2005015"/>
            <a:ext cx="11910647" cy="3352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0" sz="135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al Divider" showMasterSp="0">
  <p:cSld name="Sectional Divi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39969" y="5884984"/>
            <a:ext cx="6564923" cy="973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mpac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0" l="0" r="41356" t="0"/>
          <a:stretch/>
        </p:blipFill>
        <p:spPr>
          <a:xfrm>
            <a:off x="6650181" y="124"/>
            <a:ext cx="5541819" cy="68577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347518" y="5549706"/>
            <a:ext cx="2692667" cy="193039"/>
          </a:xfrm>
          <a:prstGeom prst="rect">
            <a:avLst/>
          </a:prstGeom>
          <a:solidFill>
            <a:srgbClr val="C28E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idx="1" type="body"/>
          </p:nvPr>
        </p:nvSpPr>
        <p:spPr>
          <a:xfrm>
            <a:off x="152400" y="1376307"/>
            <a:ext cx="1149831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350"/>
              <a:buFont typeface="Arial"/>
              <a:buChar char="•"/>
              <a:defRPr b="1" i="0" sz="1350" u="none" cap="none" strike="noStrike">
                <a:solidFill>
                  <a:srgbClr val="3D55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2" type="sldNum"/>
          </p:nvPr>
        </p:nvSpPr>
        <p:spPr>
          <a:xfrm>
            <a:off x="9309539" y="6414931"/>
            <a:ext cx="1295400" cy="213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8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5"/>
          <p:cNvSpPr txBox="1"/>
          <p:nvPr/>
        </p:nvSpPr>
        <p:spPr>
          <a:xfrm>
            <a:off x="5242035" y="1584434"/>
            <a:ext cx="18473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9;p5"/>
          <p:cNvCxnSpPr/>
          <p:nvPr/>
        </p:nvCxnSpPr>
        <p:spPr>
          <a:xfrm>
            <a:off x="171452" y="6641431"/>
            <a:ext cx="10399329" cy="0"/>
          </a:xfrm>
          <a:prstGeom prst="straightConnector1">
            <a:avLst/>
          </a:prstGeom>
          <a:noFill/>
          <a:ln cap="flat" cmpd="sng" w="9525">
            <a:solidFill>
              <a:srgbClr val="C28E0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" name="Google Shape;10;p5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1" type="ftr"/>
          </p:nvPr>
        </p:nvSpPr>
        <p:spPr>
          <a:xfrm>
            <a:off x="152400" y="6447694"/>
            <a:ext cx="8001000" cy="27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825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756232" y="6530794"/>
            <a:ext cx="1279381" cy="1570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5"/>
          <p:cNvSpPr/>
          <p:nvPr/>
        </p:nvSpPr>
        <p:spPr>
          <a:xfrm>
            <a:off x="196111" y="743918"/>
            <a:ext cx="1033405" cy="88099"/>
          </a:xfrm>
          <a:prstGeom prst="rect">
            <a:avLst/>
          </a:prstGeom>
          <a:solidFill>
            <a:srgbClr val="C28E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6596108" y="868361"/>
            <a:ext cx="407189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Fitness 4 You</a:t>
            </a: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425951" y="3322468"/>
            <a:ext cx="4412203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5567"/>
              </a:buClr>
              <a:buSzPts val="2400"/>
              <a:buNone/>
            </a:pPr>
            <a:r>
              <a:rPr lang="en-US"/>
              <a:t>Gym and Fitness Center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D5567"/>
              </a:buClr>
              <a:buSzPts val="18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Providing membership packages for fitness classes and personal training.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751" y="700433"/>
            <a:ext cx="5224249" cy="5111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rPr lang="en-US"/>
              <a:t>Members</a:t>
            </a:r>
            <a:endParaRPr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06" y="1364939"/>
            <a:ext cx="3604879" cy="216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1165" y="1287623"/>
            <a:ext cx="3431127" cy="205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06" y="3910978"/>
            <a:ext cx="3604878" cy="216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0211" y="1358887"/>
            <a:ext cx="3431126" cy="205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760" y="3879274"/>
            <a:ext cx="3431127" cy="205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9883" y="3917642"/>
            <a:ext cx="3431127" cy="205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775988" y="1420355"/>
            <a:ext cx="3302412" cy="126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2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Fred Brown 555-123-9281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 Main Street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Spin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Bronze Membership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Strength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8495570" y="1334911"/>
            <a:ext cx="3125123" cy="126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2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Jennifer Walters 555-282-2820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Stone Lane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Boot Camp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Bronze Membership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Weight Targeting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708426" y="1411119"/>
            <a:ext cx="3143238" cy="126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2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Melanie Smith 555-509-3936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75 Lokey Avenue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Spin, Zumba, Boot Camp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Gold Membership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Strength, Toning, Weight Targeting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55782" y="3966393"/>
            <a:ext cx="3415819" cy="126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2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Jeff Smith 555-338-2820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7355 Oak Mountain Drive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Zumba, Boot Camp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Silver Membership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Weight Targeting, Strength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743671" y="3944121"/>
            <a:ext cx="30741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2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Fred Brown 555-822-8809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 Grand Pinen Dr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Boot Camp, Spin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Silver Membership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Strength, Toning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700390" y="3973057"/>
            <a:ext cx="3240947" cy="1263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2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Tamara Rohly 555-838-3830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900 Friendship Loop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Class: Zumba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Bronze Membership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2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Training: None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0630" y="2397728"/>
            <a:ext cx="3488678" cy="2093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185" y="2397728"/>
            <a:ext cx="3488678" cy="2093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150" y="2397729"/>
            <a:ext cx="3488678" cy="2093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8466988" y="2397728"/>
            <a:ext cx="3195961" cy="1923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Gold Members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classes/week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trainers/month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Unlimited access to pool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874507" y="2397728"/>
            <a:ext cx="3195961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Bronze Members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class/week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trainer/month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Pool - 2 days/month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831952" y="2382396"/>
            <a:ext cx="3195961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Silver Members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classes/week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trainers/month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Pool – 4 days/month</a:t>
            </a:r>
            <a:endParaRPr/>
          </a:p>
        </p:txBody>
      </p:sp>
      <p:sp>
        <p:nvSpPr>
          <p:cNvPr id="120" name="Google Shape;120;p3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rPr lang="en-US"/>
              <a:t>Membership Levels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31" y="1310329"/>
            <a:ext cx="3488678" cy="2093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3882" y="3893734"/>
            <a:ext cx="3488678" cy="209320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8520238" y="3877246"/>
            <a:ext cx="3195961" cy="121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 Trainers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 – Hogan, Stark, Thor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Toning – Craig, Natalie, Julie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 Targeting – Dwayne, Larry</a:t>
            </a:r>
            <a:endParaRPr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3882" y="1302077"/>
            <a:ext cx="3488678" cy="209320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895457" y="1305683"/>
            <a:ext cx="3195961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Zumba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 Camp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706" y="2674002"/>
            <a:ext cx="3488678" cy="2093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4728632" y="2669059"/>
            <a:ext cx="319596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Schedule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Spin – Monday, Wednesday, Saturday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Zumba – Tuesday, Thursday, Friday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 Camp – Monday, Tuesday, Friday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31" y="3893734"/>
            <a:ext cx="3488678" cy="2093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767570" y="3885678"/>
            <a:ext cx="3195961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Instructors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Spin – Molly, James, Von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Zumba – Amelia, Kevin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 Camp – Sasha, Brian, Jon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514785" y="1286335"/>
            <a:ext cx="3195961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 Training Available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 Targeting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189808" y="133004"/>
            <a:ext cx="10515600" cy="590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rPr lang="en-US"/>
              <a:t>Classes and Training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urdue Template">
  <a:themeElements>
    <a:clrScheme name="Custom PG colors">
      <a:dk1>
        <a:srgbClr val="000000"/>
      </a:dk1>
      <a:lt1>
        <a:srgbClr val="FFFFFF"/>
      </a:lt1>
      <a:dk2>
        <a:srgbClr val="5B6870"/>
      </a:dk2>
      <a:lt2>
        <a:srgbClr val="FFFFFF"/>
      </a:lt2>
      <a:accent1>
        <a:srgbClr val="C28E0E"/>
      </a:accent1>
      <a:accent2>
        <a:srgbClr val="ED7D31"/>
      </a:accent2>
      <a:accent3>
        <a:srgbClr val="6E99B3"/>
      </a:accent3>
      <a:accent4>
        <a:srgbClr val="FFC000"/>
      </a:accent4>
      <a:accent5>
        <a:srgbClr val="28A491"/>
      </a:accent5>
      <a:accent6>
        <a:srgbClr val="839E2A"/>
      </a:accent6>
      <a:hlink>
        <a:srgbClr val="6E99B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2020-07-14T16:17:26Z</dcterms:created>
  <dc:creator>Litz</dc:creator>
</cp:coreProperties>
</file>